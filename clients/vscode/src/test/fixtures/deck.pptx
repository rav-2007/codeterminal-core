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316A799-2CD5-4F5A-9961-47ACE6CF535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360000" y="360000"/>
            <a:ext cx="360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Remember to mention the budget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39E30C-923F-4920-A804-0E3E6EA37B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911CA6-7359-43B6-9644-0D1A7BBBCC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7031FB5-E32A-4AA1-A050-11E609254F2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Launch Plan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360000" y="1800000"/>
            <a:ext cx="720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Ship the beta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Collect feedback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Risks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60000" y="1800000"/>
            <a:ext cx="720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Schedule slip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